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9" r:id="rId5"/>
    <p:sldId id="266" r:id="rId6"/>
    <p:sldId id="268" r:id="rId7"/>
    <p:sldId id="258" r:id="rId8"/>
    <p:sldId id="270" r:id="rId9"/>
  </p:sldIdLst>
  <p:sldSz cx="12192000" cy="6858000"/>
  <p:notesSz cx="6858000" cy="12192000"/>
  <p:embeddedFontLst>
    <p:embeddedFont>
      <p:font typeface="Golos Text" panose="020B0604020202020204" charset="0"/>
      <p:regular r:id="rId11"/>
    </p:embeddedFont>
    <p:embeddedFont>
      <p:font typeface="Golos Text Bold" panose="020B0604020202020204" charset="0"/>
      <p:regular r:id="rId12"/>
    </p:embeddedFont>
    <p:embeddedFont>
      <p:font typeface="Golos Text Medium" panose="020B0604020202020204" charset="0"/>
      <p:regular r:id="rId13"/>
    </p:embeddedFont>
    <p:embeddedFont>
      <p:font typeface="Golos Text SemiBold" panose="020B0604020202020204" charset="0"/>
      <p:regular r:id="rId14"/>
    </p:embeddedFont>
    <p:embeddedFont>
      <p:font typeface="Unbounded Bold" panose="020B0604020202020204" charset="0"/>
      <p:regular r:id="rId15"/>
    </p:embeddedFont>
    <p:embeddedFont>
      <p:font typeface="Unbounded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689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github.com/Neelagreeva/DDCA-Digital-Door-Access-System-by-Team---0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7315017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70356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DIGITAL LOGIC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487222"/>
            <a:ext cx="6578435" cy="3066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b="1" kern="100" spc="-46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Digital Door</a:t>
            </a:r>
            <a:endParaRPr lang="en-US" sz="4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600" b="1" kern="100" spc="-46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Access System</a:t>
            </a:r>
            <a:endParaRPr lang="en-US" sz="4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4600" b="1" kern="100" spc="-46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Using Combination Logic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279393" y="4771628"/>
            <a:ext cx="1644609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4960000"/>
            <a:ext cx="657843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Presented by Team - 07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9393" y="5440000"/>
            <a:ext cx="7035623" cy="80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Manideep – 2620030560  ·  Aarush – 2620030563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Neelagreeva – 2620030564  ·  Swarajith – 2620030583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Hansika – 2620030551  ·  Section: 11</a:t>
            </a:r>
          </a:p>
        </p:txBody>
      </p:sp>
      <p:sp>
        <p:nvSpPr>
          <p:cNvPr id="9" name="Shape 7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017" y="508000"/>
            <a:ext cx="4368691" cy="5842000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717" y="520700"/>
            <a:ext cx="4343291" cy="5816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 / 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1930352" cy="3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161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DIGITAL LOGIC PROJECT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9393" y="1693525"/>
            <a:ext cx="2158946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Team - 07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79393" y="207545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246313"/>
            <a:ext cx="2158946" cy="175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161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9393" y="5778220"/>
            <a:ext cx="2158946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46326" y="420000"/>
            <a:ext cx="8686583" cy="56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100" spc="-29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Introduction and objective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2946326" y="1180000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1" name="Shape 9"/>
          <p:cNvSpPr/>
          <p:nvPr/>
        </p:nvSpPr>
        <p:spPr>
          <a:xfrm>
            <a:off x="2946326" y="1573420"/>
            <a:ext cx="4571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564" y="1593959"/>
            <a:ext cx="390614" cy="3906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555911" y="1706685"/>
            <a:ext cx="4140096" cy="26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555911" y="2027099"/>
            <a:ext cx="4140096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Conventional keys can be lost, copied, or shared without visibility.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2946326" y="2909401"/>
            <a:ext cx="4571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564" y="2929939"/>
            <a:ext cx="390614" cy="39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55911" y="3042666"/>
            <a:ext cx="4140096" cy="26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The idea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3555911" y="3363080"/>
            <a:ext cx="4140096" cy="652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digital door access system takes an entered code and decides, using logic gates, whether to unlock.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2946326" y="4245381"/>
            <a:ext cx="4571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564" y="4265919"/>
            <a:ext cx="390614" cy="39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55911" y="4378646"/>
            <a:ext cx="4140096" cy="26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The approach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3555911" y="4699059"/>
            <a:ext cx="4140096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5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Build the decision circuit from basic gates, simulate it in Logisim and verify it with a truth table.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8000701" y="1337766"/>
            <a:ext cx="3632208" cy="425936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598" y="1426666"/>
            <a:ext cx="3454413" cy="408156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2946326" y="5720000"/>
            <a:ext cx="8686583" cy="950000"/>
          </a:xfrm>
          <a:prstGeom prst="roundRect">
            <a:avLst>
              <a:gd name="adj" fmla="val 1050"/>
            </a:avLst>
          </a:prstGeom>
          <a:solidFill>
            <a:srgbClr val="FCF2B5"/>
          </a:solidFill>
          <a:ln/>
        </p:spPr>
      </p:sp>
      <p:sp>
        <p:nvSpPr>
          <p:cNvPr id="26" name="Text 20"/>
          <p:cNvSpPr/>
          <p:nvPr/>
        </p:nvSpPr>
        <p:spPr>
          <a:xfrm>
            <a:off x="3153788" y="5850000"/>
            <a:ext cx="8271660" cy="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Objective:</a:t>
            </a:r>
            <a:r>
              <a:rPr lang="en-US" sz="165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design and simulate a combinational logic circuit that unlocks the door only for the valid input code (A = 1, B = 0, C = 1) and rejects every other combination.</a:t>
            </a:r>
            <a:endParaRPr lang="en-US" sz="1650" dirty="0"/>
          </a:p>
        </p:txBody>
      </p:sp>
      <p:sp>
        <p:nvSpPr>
          <p:cNvPr id="27" name="Shape 2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8" name="Shape 22"/>
          <p:cNvSpPr/>
          <p:nvPr/>
        </p:nvSpPr>
        <p:spPr>
          <a:xfrm>
            <a:off x="2946326" y="2667397"/>
            <a:ext cx="4749681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9" name="Shape 23"/>
          <p:cNvSpPr/>
          <p:nvPr/>
        </p:nvSpPr>
        <p:spPr>
          <a:xfrm>
            <a:off x="2946326" y="4003377"/>
            <a:ext cx="4749681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Text 24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 / 08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THEORY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Team - 07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0996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LOGIC GATES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Gates &amp; Boolean logic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20000"/>
            <a:ext cx="86865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Theory and logic circuit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80000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20" name="Circuit frame"/>
          <p:cNvSpPr/>
          <p:nvPr/>
        </p:nvSpPr>
        <p:spPr>
          <a:xfrm>
            <a:off x="2946326" y="2387735"/>
            <a:ext cx="4300000" cy="267453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</a:ln>
        </p:spPr>
      </p:sp>
      <p:pic>
        <p:nvPicPr>
          <p:cNvPr id="11" name="Image 0" descr="Logic circuit: inputs A, B, C; B passes through a NOT gate; A, NOT B and C feed a 3-input AND gate giving 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026" y="2400435"/>
            <a:ext cx="4274600" cy="264913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442014" y="1597620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8635" y="1711920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26199" y="1696045"/>
            <a:ext cx="36067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AND gate: the output is 1 only when all of its inputs are 1.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442014" y="2593578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8635" y="2707878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26199" y="2692003"/>
            <a:ext cx="36067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NOT gate: inverts its input, so 0 becomes 1 and 1 becomes 0.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42014" y="3589536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78635" y="3703836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26199" y="3687961"/>
            <a:ext cx="360671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 goes through a NOT gate, then A, NOT B and C enter a 3-input AND gate.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442014" y="4852293"/>
            <a:ext cx="431789" cy="431800"/>
          </a:xfrm>
          <a:prstGeom prst="ellipse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78635" y="4966593"/>
            <a:ext cx="7681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26199" y="4950718"/>
            <a:ext cx="36067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Y = A · B′ · C, so the door unlocks only for A = 1, B = 0, C = 1.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2946326" y="5996781"/>
            <a:ext cx="924536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Combinational logic: the output depends only on the present inputs, with no memory.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Shape 27"/>
          <p:cNvSpPr/>
          <p:nvPr/>
        </p:nvSpPr>
        <p:spPr>
          <a:xfrm>
            <a:off x="7442014" y="2536428"/>
            <a:ext cx="4190895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1" name="Shape 28"/>
          <p:cNvSpPr/>
          <p:nvPr/>
        </p:nvSpPr>
        <p:spPr>
          <a:xfrm>
            <a:off x="7442014" y="3532386"/>
            <a:ext cx="4190895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2" name="Shape 29"/>
          <p:cNvSpPr/>
          <p:nvPr/>
        </p:nvSpPr>
        <p:spPr>
          <a:xfrm>
            <a:off x="7442014" y="4795143"/>
            <a:ext cx="4190895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3" name="Text 30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 / 08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Team - 07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0996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Input to output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20000"/>
            <a:ext cx="86865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How the access system works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80000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30" name="Circuit frame"/>
          <p:cNvSpPr/>
          <p:nvPr/>
        </p:nvSpPr>
        <p:spPr>
          <a:xfrm>
            <a:off x="2946326" y="1500000"/>
            <a:ext cx="8686583" cy="2200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</a:ln>
        </p:spPr>
      </p:sp>
      <p:pic>
        <p:nvPicPr>
          <p:cNvPr id="31" name="Logisim circuit" descr="Flow: code entry, NOT gate, AND gate, output Y, door lo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026" y="1512700"/>
            <a:ext cx="8661183" cy="2174608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2946326" y="3950000"/>
            <a:ext cx="4114697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Valid code entered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46326" y="4350000"/>
            <a:ext cx="4114697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 = 1, B = 0, C = 1: the NOT gate makes B′ = 1, so all three AND inputs are 1.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Y = 1 and the door unlocks.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18212" y="3950000"/>
            <a:ext cx="4114697" cy="313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Any other code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18212" y="4350000"/>
            <a:ext cx="4114697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At least one AND input is 0, so Y = 0 and the door stays locked.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A = B = C = 0 test in Logisim is one such case.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46326" y="5869781"/>
            <a:ext cx="924536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Combinational design: the decision follows the inputs instantly and stores no state.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3268" y="3950000"/>
            <a:ext cx="12700" cy="1700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04 / 08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LOGISIM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Team - 07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0996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CIRCUIT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Built in Logisim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20000"/>
            <a:ext cx="86865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Circuit design in Logisim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80000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30" name="Circuit frame"/>
          <p:cNvSpPr/>
          <p:nvPr/>
        </p:nvSpPr>
        <p:spPr>
          <a:xfrm>
            <a:off x="2946326" y="1500000"/>
            <a:ext cx="8686583" cy="227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</a:ln>
        </p:spPr>
      </p:sp>
      <p:pic>
        <p:nvPicPr>
          <p:cNvPr id="31" name="Logisim circuit" descr="Logisim screenshot: three input pins, a NOT gate on the middle input, a 3-input AND gate and an output pin, all showing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026" y="1512700"/>
            <a:ext cx="8661183" cy="2246586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2946326" y="3950000"/>
            <a:ext cx="4114697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Components used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46326" y="4350000"/>
            <a:ext cx="4114697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Three input pins (A, B, C), a NOT gate on B, a 3-input AND gate and one output pin Y.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Bright green wires carry logic 1; dark green wires carry logic 0.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18212" y="3950000"/>
            <a:ext cx="4114697" cy="313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Working of the circuit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18212" y="4350000"/>
            <a:ext cx="4114697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 is inverted, so the AND gate receives A, B′ and C.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Y = 1 only when A = 1, B = 0 and C = 1; that output unlocks the door.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46326" y="5869781"/>
            <a:ext cx="924536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Logisim shows every wire’s logic level live, so the design can be tested one input pattern at a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3268" y="3950000"/>
            <a:ext cx="12700" cy="1700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05 / 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5885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Team - 07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09967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68181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Truth table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20000"/>
            <a:ext cx="86865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Simulation results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80000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30" name="Circuit frame"/>
          <p:cNvSpPr/>
          <p:nvPr/>
        </p:nvSpPr>
        <p:spPr>
          <a:xfrm>
            <a:off x="2946326" y="1500000"/>
            <a:ext cx="5000000" cy="13157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AF5A"/>
            </a:solidFill>
          </a:ln>
        </p:spPr>
      </p:sp>
      <p:pic>
        <p:nvPicPr>
          <p:cNvPr id="31" name="Logisim circuit" descr="Logisim screenshot: three input pins, a NOT gate on the middle input, a 3-input AND gate and an output pin, all showing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026" y="1512700"/>
            <a:ext cx="4974600" cy="1290339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2946326" y="3295739"/>
            <a:ext cx="5000000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What the simulation shows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46326" y="3695739"/>
            <a:ext cx="50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With A = B = C = 0, the NOT gate makes B′ = 1, but A and C are 0, so Y = 0.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Of the 8 input combinations, only A = 1, B = 0, C = 1 gives Y = 1.</a:t>
            </a:r>
            <a:endParaRPr lang="en-US" sz="1500" dirty="0"/>
          </a:p>
        </p:txBody>
      </p:sp>
      <p:sp>
        <p:nvSpPr>
          <p:cNvPr id="130" name="Result box"/>
          <p:cNvSpPr/>
          <p:nvPr/>
        </p:nvSpPr>
        <p:spPr>
          <a:xfrm>
            <a:off x="2946326" y="5230000"/>
            <a:ext cx="5000000" cy="600000"/>
          </a:xfrm>
          <a:prstGeom prst="rect">
            <a:avLst/>
          </a:prstGeom>
          <a:solidFill>
            <a:srgbClr val="FCF2B5"/>
          </a:solidFill>
          <a:ln>
            <a:noFill/>
          </a:ln>
        </p:spPr>
      </p:sp>
      <p:sp>
        <p:nvSpPr>
          <p:cNvPr id="131" name="Result text"/>
          <p:cNvSpPr txBox="1"/>
          <p:nvPr/>
        </p:nvSpPr>
        <p:spPr>
          <a:xfrm>
            <a:off x="3100000" y="5230000"/>
            <a:ext cx="4700000" cy="6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b="1">
                <a:solidFill>
                  <a:srgbClr val="2B2F36"/>
                </a:solidFill>
                <a:latin typeface="Golos Text" pitchFamily="34" charset="0"/>
              </a:rPr>
              <a:t>Result: </a:t>
            </a:r>
            <a:r>
              <a:rPr lang="en-US" sz="1400">
                <a:solidFill>
                  <a:srgbClr val="2B2F36"/>
                </a:solidFill>
                <a:latin typeface="Golos Text" pitchFamily="34" charset="0"/>
              </a:rPr>
              <a:t>the simulation matches the truth table; only code 101 unlocks the door.</a:t>
            </a:r>
          </a:p>
        </p:txBody>
      </p:sp>
      <p:graphicFrame>
        <p:nvGraphicFramePr>
          <p:cNvPr id="140" name="Truth table" descr="Truth table for Y = A AND NOT B AND C"/>
          <p:cNvGraphicFramePr>
            <a:graphicFrameLocks noGrp="1"/>
          </p:cNvGraphicFramePr>
          <p:nvPr/>
        </p:nvGraphicFramePr>
        <p:xfrm>
          <a:off x="8450000" y="1500000"/>
          <a:ext cx="3182000" cy="2970000"/>
        </p:xfrm>
        <a:graphic>
          <a:graphicData uri="http://schemas.openxmlformats.org/drawingml/2006/table">
            <a:tbl>
              <a:tblPr firstRow="1"/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Golos Text" pitchFamily="34" charset="0"/>
                        </a:rPr>
                        <a:t>A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7A1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Golos Text" pitchFamily="34" charset="0"/>
                        </a:rPr>
                        <a:t>B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7A1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Golos Text" pitchFamily="34" charset="0"/>
                        </a:rPr>
                        <a:t>C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7A1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Golos Text" pitchFamily="34" charset="0"/>
                        </a:rPr>
                        <a:t>B′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7A11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Golos Text" pitchFamily="34" charset="0"/>
                        </a:rPr>
                        <a:t>Y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7A1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CF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CF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CF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CF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CF2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B6F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B6F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B6F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B6F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B6FC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2B2F36"/>
                          </a:solidFill>
                          <a:latin typeface="Golos Text" pitchFamily="34" charset="0"/>
                        </a:rPr>
                        <a:t>0</a:t>
                      </a:r>
                    </a:p>
                  </a:txBody>
                  <a:tcPr marL="45720" marR="45720" marT="27432" marB="2743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3D9C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0" name="Legend swatch 150"/>
          <p:cNvSpPr/>
          <p:nvPr/>
        </p:nvSpPr>
        <p:spPr>
          <a:xfrm>
            <a:off x="8450000" y="4660000"/>
            <a:ext cx="180000" cy="180000"/>
          </a:xfrm>
          <a:prstGeom prst="rect">
            <a:avLst/>
          </a:prstGeom>
          <a:solidFill>
            <a:srgbClr val="FCF2B5"/>
          </a:solidFill>
          <a:ln w="9525">
            <a:solidFill>
              <a:srgbClr val="D4AF5A"/>
            </a:solidFill>
          </a:ln>
        </p:spPr>
      </p:sp>
      <p:sp>
        <p:nvSpPr>
          <p:cNvPr id="151" name="Legend text 150"/>
          <p:cNvSpPr txBox="1"/>
          <p:nvPr/>
        </p:nvSpPr>
        <p:spPr>
          <a:xfrm>
            <a:off x="8720000" y="4640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50">
                <a:solidFill>
                  <a:srgbClr val="5C6370"/>
                </a:solidFill>
                <a:latin typeface="Golos Text" pitchFamily="34" charset="0"/>
              </a:rPr>
              <a:t>Case shown in the Logisim screenshot</a:t>
            </a:r>
          </a:p>
        </p:txBody>
      </p:sp>
      <p:sp>
        <p:nvSpPr>
          <p:cNvPr id="152" name="Legend swatch 152"/>
          <p:cNvSpPr/>
          <p:nvPr/>
        </p:nvSpPr>
        <p:spPr>
          <a:xfrm>
            <a:off x="8450000" y="5060000"/>
            <a:ext cx="180000" cy="180000"/>
          </a:xfrm>
          <a:prstGeom prst="rect">
            <a:avLst/>
          </a:prstGeom>
          <a:solidFill>
            <a:srgbClr val="B6FCB8"/>
          </a:solidFill>
          <a:ln w="9525">
            <a:solidFill>
              <a:srgbClr val="D4AF5A"/>
            </a:solidFill>
          </a:ln>
        </p:spPr>
      </p:sp>
      <p:sp>
        <p:nvSpPr>
          <p:cNvPr id="153" name="Legend text 152"/>
          <p:cNvSpPr txBox="1"/>
          <p:nvPr/>
        </p:nvSpPr>
        <p:spPr>
          <a:xfrm>
            <a:off x="8720000" y="5040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50">
                <a:solidFill>
                  <a:srgbClr val="5C6370"/>
                </a:solidFill>
                <a:latin typeface="Golos Text" pitchFamily="34" charset="0"/>
              </a:rPr>
              <a:t>The only valid code (Y = 1)</a:t>
            </a:r>
          </a:p>
        </p:txBody>
      </p:sp>
      <p:sp>
        <p:nvSpPr>
          <p:cNvPr id="15" name="Text 13"/>
          <p:cNvSpPr/>
          <p:nvPr/>
        </p:nvSpPr>
        <p:spPr>
          <a:xfrm>
            <a:off x="2946326" y="2875739"/>
            <a:ext cx="50000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Logisim run: A = B = C = 0 gives Y = 0 (access denied).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0000" y="1500000"/>
            <a:ext cx="12700" cy="4330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06 / 08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069086"/>
            <a:ext cx="1930352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DIGITAL LOGIC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30945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Team - 07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940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104731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FFFFFF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2379762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Outcome and scope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20000"/>
            <a:ext cx="868658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 and applications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80000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1" name="Shape 9"/>
          <p:cNvSpPr/>
          <p:nvPr/>
        </p:nvSpPr>
        <p:spPr>
          <a:xfrm>
            <a:off x="2946326" y="162302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3673" y="173732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6326" y="2195096"/>
            <a:ext cx="274313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Outcome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46326" y="2525216"/>
            <a:ext cx="2743131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 3-input access circuit was designed and simulated in Logisim.</a:t>
            </a:r>
            <a:endParaRPr lang="en-US" sz="15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Output Y = 1 only for A = 1, B = 0, C = 1.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other seven input combinations are denied.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94250" y="162302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1597" y="173732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94250" y="2195096"/>
            <a:ext cx="2641534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94250" y="2525216"/>
            <a:ext cx="2641534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Home and office door locks</a:t>
            </a:r>
            <a:endParaRPr lang="en-US" sz="15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Keypad and digital-code entry panels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Lockers, safes and restricted rooms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40576" y="162302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7923" y="173732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40576" y="2195096"/>
            <a:ext cx="269233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Improvements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940576" y="2525216"/>
            <a:ext cx="2692333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Extend to a longer 4-bit or 8-bit access code.</a:t>
            </a:r>
            <a:endParaRPr lang="en-US" sz="15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Add flip-flops to count wrong attempts and raise an alarm.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Drive a real lock through a microcontroller or FPGA.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946326" y="5000000"/>
            <a:ext cx="8686583" cy="1000000"/>
          </a:xfrm>
          <a:prstGeom prst="roundRect">
            <a:avLst>
              <a:gd name="adj" fmla="val 999"/>
            </a:avLst>
          </a:prstGeom>
          <a:solidFill>
            <a:srgbClr val="B6FCB8"/>
          </a:solidFill>
          <a:ln/>
        </p:spPr>
      </p:sp>
      <p:sp>
        <p:nvSpPr>
          <p:cNvPr id="32" name="Text 30"/>
          <p:cNvSpPr/>
          <p:nvPr/>
        </p:nvSpPr>
        <p:spPr>
          <a:xfrm>
            <a:off x="3162221" y="5230000"/>
            <a:ext cx="8254793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Result:</a:t>
            </a:r>
            <a:r>
              <a:rPr lang="en-US" sz="17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a simple, testable combinational design that shows how basic gates make a door-access decision.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4" name="Text 32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07 / 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7315017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6886"/>
            <a:ext cx="70356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DIGITAL LOGIC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2500000"/>
            <a:ext cx="6578435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b="1" kern="100" spc="-46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279393" y="4771628"/>
            <a:ext cx="1644609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5236131"/>
            <a:ext cx="657843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Presented by Team - 07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9393" y="5702796"/>
            <a:ext cx="7035623" cy="800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Manideep · Aarush · Neelagreeva · Swarajith · Hansika</a:t>
            </a:r>
          </a:p>
        </p:txBody>
      </p:sp>
      <p:sp>
        <p:nvSpPr>
          <p:cNvPr id="40" name="GitHub link"/>
          <p:cNvSpPr/>
          <p:nvPr/>
        </p:nvSpPr>
        <p:spPr>
          <a:xfrm>
            <a:off x="279393" y="6040000"/>
            <a:ext cx="67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GitHub link - </a:t>
            </a:r>
            <a:r>
              <a:rPr lang="en-US" sz="1100" kern="100" spc="15" dirty="0">
                <a:solidFill>
                  <a:srgbClr val="D4AF5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  <a:hlinkClick r:id="rId2"/>
              </a:rPr>
              <a:t>https://github.com/Neelagreeva/DDCA-Digital-Door-Access-System-by-Team---07</a:t>
            </a:r>
          </a:p>
        </p:txBody>
      </p:sp>
      <p:sp>
        <p:nvSpPr>
          <p:cNvPr id="9" name="Shape 7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017" y="508000"/>
            <a:ext cx="4368691" cy="5842000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717" y="520700"/>
            <a:ext cx="4343291" cy="5816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08 / 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0D58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825</Words>
  <Application>Microsoft Office PowerPoint</Application>
  <PresentationFormat>Widescreen</PresentationFormat>
  <Paragraphs>153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Golos Text SemiBold</vt:lpstr>
      <vt:lpstr>Arial</vt:lpstr>
      <vt:lpstr>Unbounded Bold</vt:lpstr>
      <vt:lpstr>Golos Text</vt:lpstr>
      <vt:lpstr>Golos Text Medium</vt:lpstr>
      <vt:lpstr>Golos Text Bold</vt:lpstr>
      <vt:lpstr>Unbounded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 Neelagreeva</cp:lastModifiedBy>
  <cp:revision>3</cp:revision>
  <dcterms:created xsi:type="dcterms:W3CDTF">2026-10-15T02:49:00Z</dcterms:created>
  <dcterms:modified xsi:type="dcterms:W3CDTF">2026-10-15T03:35:37Z</dcterms:modified>
</cp:coreProperties>
</file>